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yourself. Hybrid = ML for the coach + LLM agents for the student. Promise structure: data → ML → RAG → agents →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Paint the classroom: coach cannot sit with everyone. Failures show up at night if we only look at scores after the fact.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audiences, two channels. Student never gets a shame score in the chat; coach gets the radar and alerts.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honest: synthetic data, PoC auth, soft RMSE slightly missed — recall prioritized.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Synthetic encodes the coaching hypothesis (many hints + few solves → risk).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Identity excluded so the model learns behavior, not “student 7 always fails.”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Regression then threshold: ranking + nuance, binary decision for intervention.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Correlation ≠ causation, but EDA guided feature keep/drop. We care about recall.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EDA wasn’t decorative — it locked the pipeline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success as useful early warning. Transparent on RMSE vs recall.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Pipeline avoids train/serve skew — production hygiene even in a PoC.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Jury loves baselines. RF win is modest on RMSE but clear on recall.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RMSE / R² / recall in one line each. Trade-off honesty = maturity.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Importances match coaching intuition — narrative consistency with the data formula.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Sets up RAG as an engineering choice, not a buzzword.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clocks: offline ingest vs online ask. Memorize formula for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Enrichment fixed weak tutor answers. Same embedding model at ingest and query.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K=3 sized for a focused prompt and smaller/cheaper LLMs.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Pre-answer the trap question so Q&amp;A is reinforcement.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Analyzer can be an agent without speaking to the student.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Tutor and Helper prompts would conflict in one mega-bot.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not one script? Explicit workflow, routing, extensibility.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Keyword/theory router = deterministic PoC; LLM router possible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Memory ≠ RAG. Unlimited history hurts small prompts.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Design choice vs alerting the student: pedagogy + coach ownership.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Trap: Why not call LangGraph from Streamlit? → contracts + separation.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Honest: PoC passwords; API still open without tokens — future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Switch to the live app for about five minutes. Don’t invent new demos under stress.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beats: coach board → learner for-loop → alert on coach → injection blocked.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 back to CDC objectives without claiming production perfection.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Difficulties slide = credibility. Always pair with a concrete 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Repeat closing one-liner. Stop talking.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EduCoach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Hybrid ML + multi-agent tutor for a Python SAS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24 learners · 11 days · evening eval risk + grounded tutoring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[Your Name] · [Date / Program]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Calibri"/>
              </a:rPr>
              <a:t>EduCoach AI  ·  Soutenance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Intensive beginner Python track (11 days, one topic/day)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Evening evaluation scored /20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One IT coach, 24 learners — limited bandwidth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Need: early warning + scalable tutoring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Calibri"/>
              </a:rPr>
              <a:t>EduCoach AI  ·  Soutenance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Problem →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Who may fail tonight? → Random Forest risk score + at-risk flag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Teach from our lessons → RAG Concept Tutor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Help without spoiling → Hint-only Code Helper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Keep pedagogy clean → coach_alert ≠ student reply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Calibri"/>
              </a:rPr>
              <a:t>EduCoach AI  ·  Soutenance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Objectives &amp; PoC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Predict evening-eval risk from daily activity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Multi-agent chat: Tutor (RAG) + Helper + Analyzer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Guardrails + short-term memory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FastAPI + role-based Streamlit (coach / learner)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PoC: prove architecture end-to-end (not production scale)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Calibri"/>
              </a:rPr>
              <a:t>EduCoach AI  ·  Soutenance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Why synthetic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No public dataset with our exact SAS schema + privacy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Controlled formula → known correlations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Reproducible (RANDOM_SEED=42)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Later path: map OULAD (or similar) → same columns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Calibri"/>
              </a:rPr>
              <a:t>EduCoach AI  ·  Soutenance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Schema &amp; panel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264 rows = 24 students × 11 days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Features: day, topic, attempts, solved, hints, time, previous_eval_score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Panel data: yesterday’s score → today’s previous_*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student_id for UI only — not in ML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Calibri"/>
              </a:rPr>
              <a:t>EduCoach AI  ·  Soutenance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Target &amp; label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Regression target: today_eval_score ∈ [0, 20]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Business label: at_risk = score &lt; 10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Leakage rule: never put today score / at_risk into X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Coach uses predicted score + flag for ranking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Calibri"/>
              </a:rPr>
              <a:t>EduCoach AI  ·  Soutenance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EDA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previous_eval_score strongly tracks today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High hints + low solves ↔ lower scores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topic = nominal categories (One-Hot later)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day weak / overlaps topic — don’t over-trust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Calibri"/>
              </a:rPr>
              <a:t>EduCoach AI  ·  Soutenance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From EDA to modeling choices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Keep: previous score + activity features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Encode: topic with One-Hot (not label encoding)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Exclude: student_id; no target leakage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Optimize coach utility: at-risk recall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Calibri"/>
              </a:rPr>
              <a:t>EduCoach AI  ·  Soutenance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ML task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Predict continuous score → apply threshold 10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Output: predicted_score, at_risk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Serves Performance Analyzer + risk board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Soft CDC: RMSE &lt; 2.5 (guidance, not only success metric)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Calibri"/>
              </a:rPr>
              <a:t>EduCoach AI  ·  Soutenance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Sklearn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ColumnTransformer: numeric vs categorical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One-Hot for topic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Random Forest regressor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Same pipeline object at train and predict_student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Calibri"/>
              </a:rPr>
              <a:t>EduCoach AI  ·  Soutenance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Baseline vs Random Forest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Baseline: Linear Regression (sanity check)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RF: non-linear interactions (hints × solved, …)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Small tabular data → RF is a strong default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Feature importances for explainability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Calibri"/>
              </a:rPr>
              <a:t>EduCoach AI  ·  Soutenance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Metrics (say the numbers)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Linear Reg: RMSE ≈ 2.73 · R² ≈ 0.80 · recall ≈ 0.96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Random Forest: RMSE ≈ 2.65 · R² ≈ 0.81 · recall = 1.0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Soft RMSE &lt; 2.5 slightly missed — accepted for PoC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Priority: don’t miss struggling learners (test FN = 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Calibri"/>
              </a:rPr>
              <a:t>EduCoach AI  ·  Soutenance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Importances &amp; 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Top drivers: solved + previous_eval_score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Hints matter; day contributes little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Limit: n=264 synthetic — generalize carefully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Next: real activity logs (e.g. OULAD mapping)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Calibri"/>
              </a:rPr>
              <a:t>EduCoach AI  ·  Soutenance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Why not “just ChatGPT”?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Generic LLM ≠ our Day 3 wording / exercises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Hallucinations hurt beginners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We need citations (“According to Day 3…”)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Course updates must be easy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Calibri"/>
              </a:rPr>
              <a:t>EduCoach AI  ·  Soutenance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RAG formula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Retrieve relevant lesson chunks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+ Augment the prompt with them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+ Generate the answer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Generation = Tutor LLM · Retrieval alone needs no chat LLM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Calibri"/>
              </a:rPr>
              <a:t>EduCoach AI  ·  Soutenance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Offline ingest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11 enriched Markdown lessons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Chunk size 500 / overlap 50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Embeddings: all-MiniLM-L6-v2 (CPU)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Chroma educoach_lessons · ~131 chunks · metadata day/topic/source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Calibri"/>
              </a:rPr>
              <a:t>EduCoach AI  ·  Soutenance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Online retrieval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Embed the question (same MiniLM)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Similarity search → Top-K = 3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format_context → Day/topic labels for the prompt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K too small misses; K too large adds noise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Calibri"/>
              </a:rPr>
              <a:t>EduCoach AI  ·  Soutenance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Grounding &amp; RAG vs fine-tuning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System rule: answer only from retrieved context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Prefer lesson code + Output blocks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RAG: edit MD + re-ingest · Fine-tune: retrain weights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Our choice: RAG (cost, citations, curriculum agility)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Calibri"/>
              </a:rPr>
              <a:t>EduCoach AI  ·  Soutenance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Agent vs chatbot vs tool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Chatbot: one prompt, talks — too blunt alone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Tool: function, no chat — RAG retrieve, RF predict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Agent: role + rules + optional LLM/tools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EduCoach: Tutor, Helper, Analyzer, Supervisor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Calibri"/>
              </a:rPr>
              <a:t>EduCoach AI  ·  Soutenance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Four agent 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Supervisor — route tutor | helper (no student speech)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Concept Tutor — RAG + grounded teaching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Code Helper — hints only, never full solutions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Performance Analyzer — RF risk → coach_alert (silent)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Calibri"/>
              </a:rPr>
              <a:t>EduCoach AI  ·  Soutenance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LangGraph vocabulary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State — shared bag for one chat() run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Node — function returning updates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Edge — fixed next step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Conditional edge — supervisor junction · Compile → invoke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Calibri"/>
              </a:rPr>
              <a:t>EduCoach AI  ·  Soutenance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Graph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START → guardrails → supervisor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→ tutor OR helper (or blocked) → analyzer → finalize → END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Happy path: “What is a for loop?” → tutor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Fixed: bare “for” must not force helper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Calibri"/>
              </a:rPr>
              <a:t>EduCoach AI  ·  Soutenance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Memory &amp; guardrails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Short-term memory: last 5 turns / student (RAM)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Input filters: eval, os.system, …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Injection patterns: ignore previous instructions, full solution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Defense in depth: filters + strict system prompts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Calibri"/>
              </a:rPr>
              <a:t>EduCoach AI  ·  Soutenance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coach_alert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Analyzer never edits reply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At-risk → coach_alert side channel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Student UI shows pedagogy only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Coach UI: risk board + alerts → 1:1 or group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Calibri"/>
              </a:rPr>
              <a:t>EduCoach AI  ·  Soutenance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Why FastAPI + Streamlit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FastAPI = stable JSON contracts + Swagger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Streamlit = fast internal UI (one client)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UI does not reimplement agents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Same API for tests, curl, future clients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Calibri"/>
              </a:rPr>
              <a:t>EduCoach AI  ·  Soutenance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Endpoints &amp; role-based 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POST /chat · POST /predict_today · GET /coach/risk_board · GET /coach/alerts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Login coach → risk dashboard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Login student1…24 → personal tutor chat only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PoC auth (demo accounts) — not production SSO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Calibri"/>
              </a:rPr>
              <a:t>EduCoach AI  ·  Soutenance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Demo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1. Coach risk board (day 11)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2. Learner theory question (RAG tutor)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3. At-risk chat → coach alert side channel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4. Prompt injection blocked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Calibri"/>
              </a:rPr>
              <a:t>EduCoach AI  ·  Soutenance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Switch to EduCoach UI (API :8000 + Streamlit :8501)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Fallback: Swagger /docs + screenshots if network fails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Calibri"/>
              </a:rPr>
              <a:t>EduCoach AI  ·  Soutenance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Results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End-to-end hybrid path works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RF: strong at-risk recall (test FN = 0)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RAG Tutor cites lessons / Day metadata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Multi-agent routing + guardrails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Coach vs learner UX separation · core tests green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Calibri"/>
              </a:rPr>
              <a:t>EduCoach AI  ·  Soutenance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Difficulties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Ollama froze machine → Gemini via same get_llm() factory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Chroma version break → rebuild · thin lessons → enrich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Router false positive on “for” → theory-first rules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Next: OULAD, real auth, better RMSE, optional LLM supervisor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Calibri"/>
              </a:rPr>
              <a:t>EduCoach AI  ·  Soutenance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Thank you — 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Closing: ML warns the coach · grounded agents teach the student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Demo accounts: coach / coach123 · studentN / student123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Calibri"/>
              </a:rPr>
              <a:t>EduCoach AI  ·  Soutenance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